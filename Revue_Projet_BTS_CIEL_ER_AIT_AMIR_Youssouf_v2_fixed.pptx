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857250"/>
            <a:ext cx="4572000" cy="3429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2B55">
              <a:alpha val="95000"/>
            </a:srgbClr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846320" y="0"/>
            <a:ext cx="64008" cy="5143500"/>
          </a:xfrm>
          <a:prstGeom prst="rect">
            <a:avLst/>
          </a:prstGeom>
          <a:solidFill>
            <a:srgbClr val="21C9A0"/>
          </a:solidFill>
          <a:ln w="12700">
            <a:solidFill>
              <a:srgbClr val="21C9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3657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BTS CIEL ER · 2025-2026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9601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Instrumentation d'un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banc d'essai RC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8D8"/>
                </a:solidFill>
              </a:rPr>
              <a:t>Revue de Projet Intermédiaire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365760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9260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AIT AMIR Youssouf  ·  DUCHATEAU Edouard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8D8"/>
                </a:solidFill>
              </a:rPr>
              <a:t>Encadrant : M. BEAU  ·  Partenaire : FVRC Mini RC de Marigny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389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90A0"/>
                </a:solidFill>
              </a:rPr>
              <a:t>Lycée Général et Technologique Baggio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252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Contexte &amp; identification du besoin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Architecture du système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624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Matériel du projet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2918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Module NFC/RFID – Mise en œuvre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9776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9959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Serveur Raspberry Pi (LAMP)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2344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1252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Réseau &amp; VPN Tailscale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9202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Développement logiciel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26060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24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Phase de consolidation &amp; PCB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32918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Difficultés &amp; solutions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39776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9959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Planning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· Contexte &amp; identification du besoin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6337" y="1143000"/>
            <a:ext cx="2556446" cy="27432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389120" y="11430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Pourquoi ce projet 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89120" y="16002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Le club FVRC – Mini RC de Marigny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participe à des compétitions officielles de voitures RC. Avant chaque course, les pilotes doivent optimiser leurs réglages sans outil de mesure adapté.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0" y="2697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L'objectif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89120" y="310896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Mesurer vitesse, tension, courant sur banc d'essai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Identifier les voitures par RFID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Enregistrer et visualiser les performances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Accès web depuis smartphone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4572000"/>
            <a:ext cx="4480560" cy="320040"/>
          </a:xfrm>
          <a:prstGeom prst="roundRect">
            <a:avLst>
              <a:gd name="adj" fmla="val 14286"/>
            </a:avLst>
          </a:prstGeom>
          <a:solidFill>
            <a:srgbClr val="21C9A0">
              <a:alpha val="80000"/>
            </a:srgbClr>
          </a:solidFill>
          <a:ln w="12700">
            <a:solidFill>
              <a:srgbClr val="21C9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4572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55"/>
                </a:solidFill>
              </a:rPr>
              <a:t>Partenaire : FVRC · Normes compétition Mini RC de Marigny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· Cas d'utilisation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5486400" cy="36576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126480" y="1280160"/>
            <a:ext cx="64008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307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Commissaire de course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63640" y="1627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</a:rPr>
              <a:t>Gère et démarre la course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2286000"/>
            <a:ext cx="64008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23134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Employé (officiel)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26334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</a:rPr>
              <a:t>Inscriptions &amp; séries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3291840"/>
            <a:ext cx="64008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33192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Participant (pilote)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3640" y="36393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</a:rPr>
              <a:t>Réglages &amp; résultats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8A"/>
                </a:solidFill>
              </a:rPr>
              <a:t>Système : banc d'essai instrumenté · normes FVRC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Architecture du système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21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1C3A5E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C9A0"/>
                </a:solidFill>
              </a:rPr>
              <a:t>Couche Acquisition – Arduino UNO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NFC PN532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(I2C)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84832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LM393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Vitesse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12464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Tension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0096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0096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Courant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67728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(UART)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1965960"/>
            <a:ext cx="0" cy="320040"/>
          </a:xfrm>
          <a:prstGeom prst="line">
            <a:avLst/>
          </a:prstGeom>
          <a:noFill/>
          <a:ln w="25400">
            <a:solidFill>
              <a:srgbClr val="21C9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8D8"/>
                </a:solidFill>
              </a:rPr>
              <a:t>USB série 115200 bds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2304288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3042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UID_Check.py (Python) – Relais Arduino ↔ Serveur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2807208"/>
            <a:ext cx="0" cy="274320"/>
          </a:xfrm>
          <a:prstGeom prst="line">
            <a:avLst/>
          </a:prstGeom>
          <a:noFill/>
          <a:ln w="25400">
            <a:solidFill>
              <a:srgbClr val="21C9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834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8D8"/>
                </a:solidFill>
              </a:rPr>
              <a:t>HTTP via Tailscale VPN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81528"/>
            <a:ext cx="8595360" cy="1097280"/>
          </a:xfrm>
          <a:prstGeom prst="rect">
            <a:avLst/>
          </a:prstGeom>
          <a:solidFill>
            <a:srgbClr val="1C3A5E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C9A0"/>
                </a:solidFill>
              </a:rPr>
              <a:t>Serveur Raspberry Pi 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Apache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PHP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84832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84832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MariaDB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BDD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12464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12464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Grafana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40096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0096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phpMyAdmin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67728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Tailscale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VPN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4178808"/>
            <a:ext cx="0" cy="274320"/>
          </a:xfrm>
          <a:prstGeom prst="line">
            <a:avLst/>
          </a:prstGeom>
          <a:noFill/>
          <a:ln w="25400">
            <a:solidFill>
              <a:srgbClr val="21C9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8D8"/>
                </a:solidFill>
              </a:rPr>
              <a:t>Interface web / accès distant Tailscale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72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web PHP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phpMyAdmin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Notebook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Jupyter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GSM A6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(prévu)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Matériel du projet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13697"/>
            <a:ext cx="1691640" cy="15617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Arduino UNO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Acquisition locale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I2C / UART / USB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06040" y="1606163"/>
            <a:ext cx="1691640" cy="117679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6888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6888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 PN532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6888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NFC/RFID 13,56 MHz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Protocole I2C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00600" y="1723423"/>
            <a:ext cx="1691640" cy="94227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6344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66344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Nextion 2,8"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6344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Affichage tactile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UART 9600 bds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5800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95160" y="1734781"/>
            <a:ext cx="1691640" cy="91955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85800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85800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Tag RFID Mifare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5800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Identifiant voiture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UID unique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Capteurs de mesure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03512"/>
            <a:ext cx="2468880" cy="17992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017520"/>
            <a:ext cx="2651760" cy="3474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Capteur LM393 – Vitesse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" y="340156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Fourche optique + disque codeur 20 encoches.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Mesure jusqu'à 30 000 tr/min.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Formule : N = compteur × 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279099"/>
            <a:ext cx="2468880" cy="164804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0" y="3017520"/>
            <a:ext cx="2651760" cy="3474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0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Sonde de tension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10128" y="340156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Pont diviseur de tension.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Plage : 0–12V → 0–5V ADC.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Formule : V = V_ADC × (R1+R2)/R2 × Vref/1024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264427"/>
            <a:ext cx="2468880" cy="167738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26480" y="3017520"/>
            <a:ext cx="2651760" cy="3474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126480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Sonde de courant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36208" y="340156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Capteur à effet Hall (sans contact).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Plage : 0–30A.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Tension proportionnelle au courant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· Module NFC/RFID – Mise en œuvre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89565" y="1097280"/>
            <a:ext cx="3684309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3727"/>
            <a:ext cx="4114800" cy="25531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8A"/>
                </a:solidFill>
              </a:rPr>
              <a:t>Détection I2C du module PN532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63440" y="1522937"/>
            <a:ext cx="4206240" cy="1434686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522937"/>
            <a:ext cx="4206240" cy="1434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3383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8A"/>
                </a:solidFill>
              </a:rPr>
              <a:t>Console Arduino – lecture UID tag NFC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49040"/>
          <a:ext cx="8595360" cy="109728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3108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Protocole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Câblage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I2C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 fils (VCC/GND/SDA/SCL)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✓ Choix retenu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SPI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6 fils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Conflits bus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UART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 fils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Port partagé Nextion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Serveur Raspberry Pi – Stack LAMP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621478"/>
            <a:ext cx="2926080" cy="2014844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74720" y="109728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11880" y="113385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Apache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0" y="1133856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Serveur web – port 80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72135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1880" y="1757934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PHP 8.4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0" y="1757934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check_uid.php – API + interface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234543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1880" y="238201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MariaDB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2382012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utilisateurs / logs / perfs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0" y="296951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300609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phpMyAdmin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0" y="300609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Administration BDD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74720" y="359359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C7040"/>
          </a:solidFill>
          <a:ln w="12700">
            <a:solidFill>
              <a:srgbClr val="1C704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3630168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Grafana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03520" y="3630168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Tableaux de bord temps réel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416052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F0F8E8"/>
          </a:solidFill>
          <a:ln w="10160">
            <a:solidFill>
              <a:srgbClr val="21C9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1788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530"/>
                </a:solidFill>
              </a:rPr>
              <a:t>💾  Sauvegarde automatique MySQLdump – 30 jours – Cron job quotidien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Interface web – Contrôle d'accès NFC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795438"/>
            <a:ext cx="4206240" cy="2078403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530"/>
                </a:solidFill>
              </a:rPr>
              <a:t>✅  Accès autorisé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800484"/>
            <a:ext cx="4206240" cy="2068311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66344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</a:rPr>
              <a:t>❌  Accès refusé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Base de données MariaDB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utilisateurs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4703" y="1600200"/>
            <a:ext cx="1850994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0175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A8A"/>
                </a:solidFill>
              </a:rPr>
              <a:t>UID NFC · Nom · Prénom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27832" y="1097280"/>
            <a:ext cx="26517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27832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logs_acces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27832" y="150876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9272" y="30175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A8A"/>
                </a:solidFill>
              </a:rPr>
              <a:t>UID · Nom · Statut · Date/heure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81344" y="1097280"/>
            <a:ext cx="26517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81344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81344" y="150876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5056" y="1600200"/>
            <a:ext cx="1504335" cy="1371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72784" y="30175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A8A"/>
                </a:solidFill>
              </a:rPr>
              <a:t>Mesures banc d'essai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19272" y="16002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UID détecté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Nom de l'utilisateur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Statut : OK / KO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Date et heure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74320" y="434340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EAF4F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436168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</a:rPr>
              <a:t>Traçabilité complète de tous les accès NFC – Mémorisation 30 jours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· Réseau &amp; VPN Tailscale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23554"/>
            <a:ext cx="5029200" cy="2490651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23555"/>
            <a:ext cx="5029200" cy="2490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8A"/>
                </a:solidFill>
              </a:rPr>
              <a:t>Interface Tailscale – 3 machines connectées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097280"/>
          <a:ext cx="342900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69164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Machine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IP Tailscale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raspberrypi5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100.68.68.68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Serveur prod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raspberrypi3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100.68.68.69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Phase pilote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tezukaz0ne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100.68.68.67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PC développement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40680" y="310896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WireGuard (chiffrement bout en bout)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IP fixes 100.x.x.x – accès universel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Ping : 55 ms – Apache port 80 accessible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Authentification GitHub/Google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· Développement logiciel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Firmware Arduino (C++)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Init NFC PN532 en I2C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Lecture UID (format hex)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Affichage Nextion via UART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Envoi UID→Python via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97280"/>
            <a:ext cx="192024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UID_Check.py (Python)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Écoute COM5 à 115 200 bds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Construction requête HTTP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Transmission UID au RPi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Retour résultat à l'Arduino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97280"/>
            <a:ext cx="1920240" cy="4114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check_uid.php (PHP)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Mode API : ?uid=...&amp;api=1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Vérifie table utilisateurs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Log dans logs_acces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Retourne OK / KO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1097280"/>
            <a:ext cx="1920240" cy="411480"/>
          </a:xfrm>
          <a:prstGeom prst="rect">
            <a:avLst/>
          </a:prstGeom>
          <a:solidFill>
            <a:srgbClr val="1C7040"/>
          </a:solidFill>
          <a:ln w="12700">
            <a:solidFill>
              <a:srgbClr val="1C7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Notebook Jupyter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Import données MariaDB/CSV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Graphiques de 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Statistiques descriptives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Comparaison sessions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· Phase de consolidation avant l'oral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188720" cy="1005840"/>
          </a:xfrm>
          <a:prstGeom prst="roundRect">
            <a:avLst>
              <a:gd name="adj" fmla="val 545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HAUTE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1143000"/>
            <a:ext cx="7223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1887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PCB – remplacement breadboard par circuit imprimé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Finalisation code mesure LM393 + interruptions matérielles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Calibration capteurs tension et courant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1188720" cy="1005840"/>
          </a:xfrm>
          <a:prstGeom prst="roundRect">
            <a:avLst>
              <a:gd name="adj" fmla="val 5455"/>
            </a:avLst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3774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MOYENNE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2377440"/>
            <a:ext cx="7223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4231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Intégration Grafana – dashboards temps réel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Configuration plugin MariaDB pour Grafana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Interface Nextion avancée (graphiques, historiques)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1188720" cy="1005840"/>
          </a:xfrm>
          <a:prstGeom prst="roundRect">
            <a:avLst>
              <a:gd name="adj" fmla="val 545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6118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54480" y="3611880"/>
            <a:ext cx="7223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6576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Module GSM A6 – notifications SMS pilotes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AT+CMGS – envoi résultats post-session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Alertes FVRC sur dépassements de seuils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754880"/>
            <a:ext cx="8595360" cy="201168"/>
          </a:xfrm>
          <a:prstGeom prst="roundRect">
            <a:avLst>
              <a:gd name="adj" fmla="val 18182"/>
            </a:avLst>
          </a:prstGeom>
          <a:solidFill>
            <a:srgbClr val="21C9A0">
              <a:alpha val="70000"/>
            </a:srgbClr>
          </a:solidFill>
          <a:ln w="12700">
            <a:solidFill>
              <a:srgbClr val="21C9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764024"/>
            <a:ext cx="8412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B55"/>
                </a:solidFill>
              </a:rPr>
              <a:t>Améliorations futures : écran 7" · WiFi ESP32 · app mobile Android/iOS · chronométrage intégré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· Difficultés rencontrées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Choix protocole PN532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134416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10972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15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SPI → conflits → passage en I2C (stable, 4 fils)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556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UART multiples sur Arduino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98424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73736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55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SoftwareSerial sur pins 10/11 pour Nextion, UART matériel libéré pour RPi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95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Nextion Editor – affichage dynamique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62432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3774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957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Limitation à accès autorisé/refusé sur écran, détails sur interface web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35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VPN Tailscale – premier démarrage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26440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175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35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MàJ kernel + règles iptables résolues en une session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75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Coordination binôme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390448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5760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6758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Git partagé, répartition claire des tâches (partie commune / personnelle)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Disponibilité matériel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43400" y="454456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42976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315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Commandes anticipées, tests avec substituts en attendant livraison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· Planning &amp; état d'avancement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63440" y="3337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Réalisé :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663440" y="36579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Module NFC/RFID I2C validé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Serveur LAMP complet (Apache, PHP, MariaDB, phpMyAdmin)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VPN Tailscale – 3 machines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Interface web accès NFC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Écran Nextion fonctionnel</a:t>
            </a:r>
            <a:endParaRPr lang="en-US" sz="1000" dirty="0"/>
          </a:p>
        </p:txBody>
      </p:sp>
      <p:pic>
        <p:nvPicPr>
          <p:cNvPr id="8" name="Picture 7" descr="diagramme_exigences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518" y="1097280"/>
            <a:ext cx="323296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0"/>
          <a:stretch/>
        </p:blipFill>
        <p:spPr>
          <a:xfrm>
            <a:off x="5029200" y="1028700"/>
            <a:ext cx="4114800" cy="3086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D2B55">
              <a:alpha val="92000"/>
            </a:srgbClr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57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65760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4173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NFC/RFID PN532 : lecture UID fiable &lt; 200 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Stack LAMP opérationnel sur Raspberry Pi 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VPN Tailscale : accès distant sécurisé validé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Interface web temps réel (rafraîchissement 5 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Traçabilité complète des accès NFC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44A"/>
                </a:solidFill>
              </a:rPr>
              <a:t>Travaux restants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8D8"/>
                </a:solidFill>
              </a:rPr>
              <a:t>PCB · LM393 vitesse finalisé · Grafana · Module GSM A6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90A0"/>
                </a:solidFill>
              </a:rPr>
              <a:t>BTS CIEL ER · Lycée Baggio · 2025-2026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Revue de Projet – Banc d'Essai RC – BTS CIEL ER 2025-2026</dc:title>
  <dc:subject>PptxGenJS Presentation</dc:subject>
  <dc:creator>AIT AMIR Youssouf &amp; DUCHATEAU Edouard</dc:creator>
  <cp:lastModifiedBy>AIT AMIR Youssouf &amp; DUCHATEAU Edouard</cp:lastModifiedBy>
  <cp:revision>1</cp:revision>
  <dcterms:created xsi:type="dcterms:W3CDTF">2026-06-08T03:26:43Z</dcterms:created>
  <dcterms:modified xsi:type="dcterms:W3CDTF">2026-06-08T03:26:43Z</dcterms:modified>
</cp:coreProperties>
</file>