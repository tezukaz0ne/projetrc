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57250"/>
            <a:ext cx="4572000" cy="3429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2B55">
              <a:alpha val="95000"/>
            </a:srgbClr>
          </a:solidFill>
          <a:ln w="12700">
            <a:solidFill>
              <a:srgbClr val="0D2B55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846320" y="0"/>
            <a:ext cx="64008" cy="5143500"/>
          </a:xfrm>
          <a:prstGeom prst="rect">
            <a:avLst/>
          </a:prstGeom>
          <a:solidFill>
            <a:srgbClr val="21C9A0"/>
          </a:solidFill>
          <a:ln w="1270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457200" y="36576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BTS CIEL ER · 2025-2026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96012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Instrumentation d'un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150876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 d'essai RC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Revue de Projet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29260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AIT AMIR Youssouf  ·  DUCHATEAU Edouard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8D8"/>
                </a:solidFill>
              </a:rPr>
              <a:t>Encadrant : M. BEAU  ·  Partenaire : FVRC Mini RC de Marigny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90A0"/>
                </a:solidFill>
              </a:rPr>
              <a:t>Lycée Général et Technologique Baggio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Contexte &amp; identification du besoin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Architecture du système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Matériel du projet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NFC/RFID – Mise en œuvre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Serveur Raspberry Pi (LAMP)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Réseau &amp; VPN Tailscale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Développement logiciel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Phase de consolidation &amp; PCB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Planning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Contexte &amp; identification du besoin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337" y="1143000"/>
            <a:ext cx="2556446" cy="27432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389120" y="1143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Pourquoi ce projet 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89120" y="16002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Le club FVRC – Mini RC de Marigny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</a:rPr>
              <a:t>participe à des compétitions officielles de voitures RC. Avant chaque course, les pilotes doivent optimiser leurs réglages sans outil de mesure adapté.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0" y="2697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L'objectif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0" y="310896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Mesurer vitesse, tension, courant sur banc d'essai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Identifier les voitures par RFID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Enregistrer et visualiser les performances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Accès web depuis smartphone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4572000"/>
            <a:ext cx="4480560" cy="320040"/>
          </a:xfrm>
          <a:prstGeom prst="roundRect">
            <a:avLst>
              <a:gd name="adj" fmla="val 14286"/>
            </a:avLst>
          </a:prstGeom>
          <a:solidFill>
            <a:srgbClr val="21C9A0">
              <a:alpha val="8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B55"/>
                </a:solidFill>
              </a:rPr>
              <a:t>Partenaire : FVRC · Normes compétition Mini RC de Marigny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Cas d'utilisation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486400" cy="36576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26480" y="128016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3075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Commissaire de course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6364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Gère et démarre la course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28600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Employé (officiel)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63640" y="26334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Inscriptions &amp; séries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329184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33192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Participant (pilote)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636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Réglages &amp; résultats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A8A"/>
                </a:solidFill>
              </a:rPr>
              <a:t>Système : banc d'essai instrumenté · normes FVRC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· Architecture du système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21C9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960120"/>
          </a:xfrm>
          <a:prstGeom prst="rect">
            <a:avLst/>
          </a:prstGeom>
          <a:solidFill>
            <a:srgbClr val="1C3A5E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Couche Acquisition – Arduino UNO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NFC PN532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(I2C)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LM393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Vitesse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12464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Tension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40096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0096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Courant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67728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67728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Nextion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(UART)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965960"/>
            <a:ext cx="0" cy="32004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0116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USB série 115200 bds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0428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23042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UID_Check.py (Python) – Relais Arduino ↔ 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8072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HTTP via Tailscale VPN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81528"/>
            <a:ext cx="8595360" cy="1097280"/>
          </a:xfrm>
          <a:prstGeom prst="rect">
            <a:avLst/>
          </a:prstGeom>
          <a:solidFill>
            <a:srgbClr val="1C3A5E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Serveur Raspberry Pi 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Apache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+ PHP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4832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84832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2464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40096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0096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67728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VPN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1788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206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Interface web / accès distant Tailscale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72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Interface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 PHP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Jupyter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5836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GSM A6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(prévu)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Matériel du projet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13697"/>
            <a:ext cx="1691640" cy="15617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Arduino UNO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Acquisition locale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I2C / UART / USB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6040" y="1606163"/>
            <a:ext cx="1691640" cy="117679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PN532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6888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NFC/RFID 13,56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Protocole I2C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1723423"/>
            <a:ext cx="1691640" cy="94227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Nextion 2,8"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Affichage tactile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UART 9600 bds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95160" y="1734781"/>
            <a:ext cx="1691640" cy="91955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 RFID Mifare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5800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Identifiant voiture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UID unique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Capteurs de mesure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03512"/>
            <a:ext cx="2468880" cy="17992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Capteur LM393 – Vitesse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Fourche optique + disque codeur 20 encoches.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Mesure jusqu'à 30 000 tr/min.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N = compteur × 30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279099"/>
            <a:ext cx="2468880" cy="164804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tension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1012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Pont diviseur de tension.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0–12V → 0–5V ADC.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V = V_ADC × (R1+R2)/R2 × Vref/1024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0" y="1264427"/>
            <a:ext cx="2468880" cy="167738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courant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3620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Capteur à effet Hall (sans contact).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0–30A.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Tension proportionnelle au courant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· Module NFC/RFID – Mise en œuvre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89565" y="1097280"/>
            <a:ext cx="3684309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41148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Détection I2C du module PN532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522937"/>
            <a:ext cx="4206240" cy="1434686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097280"/>
            <a:ext cx="420624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33832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Console Arduino – lecture UID tag NFC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49040"/>
          <a:ext cx="859536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Protocole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Câblage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I2C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 (VCC/GND/SDA/SCL)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✓ Choix retenu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SPI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6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Conflits bus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UART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Port partagé Nextion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Serveur Raspberry Pi – Stack LAMP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621478"/>
            <a:ext cx="2926080" cy="2014844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3474720" y="109728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11880" y="1133856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133856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Serveur web – port 80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172135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11880" y="1757934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8.4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03520" y="1757934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check_uid.php – API + interface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234543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382012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MariaDB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03520" y="2382012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utilisateurs / logs / perfs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4720" y="296951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300609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phpMyAdmin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3006090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Administration BDD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474720" y="35935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630168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Grafana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03520" y="3630168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Tableaux de bord temps réel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16052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F0F8E8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💾  Sauvegarde automatique MySQLdump – 30 jours – Cron job quotidien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Interface web – Contrôle d'accès NFC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795438"/>
            <a:ext cx="4206240" cy="2078403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✅  Accès autorisé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800484"/>
            <a:ext cx="4206240" cy="2068311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66344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1A1A"/>
                </a:solidFill>
              </a:rPr>
              <a:t>❌  Accès refusé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Base de données MariaDB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utilisateurs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703" y="1600200"/>
            <a:ext cx="1850994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NFC · Nom · Prénom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logs_acces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27832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19272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· Nom · Statut · Date/heure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81344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5056" y="1600200"/>
            <a:ext cx="1504335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72784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Mesures banc d'essai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19272" y="16002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UID détecté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Nom de l'utilisateur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Statut : OK / KO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Date et heure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74320" y="4343400"/>
            <a:ext cx="8595360" cy="45720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3616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55"/>
                </a:solidFill>
              </a:rPr>
              <a:t>Traçabilité complète de tous les accès NFC – Mémorisation 30 jours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· Réseau &amp; VPN Tailscale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23554"/>
            <a:ext cx="5029200" cy="2490651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97280"/>
            <a:ext cx="50292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Interface Tailscale – 3 machines connectées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7280"/>
          <a:ext cx="34290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6916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IP Tailscale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Serveur prod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Phase pilote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tezukaz0ne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PC développement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40680" y="3108960"/>
            <a:ext cx="3429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WireGuard (chiffrement bout en bout)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IP fixes 100.x.x.x – accès universel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Ping : 55 ms – Apache port 80 accessible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Authentification GitHub/Google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· Développement logiciel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Firmware Arduino (C++)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Init NFC PN532 en I2C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Lecture UID (format hex)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Affichage Nextion via UART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Envoi UID→Python via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UID_Check.py (Python)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Écoute COM5 à 115 200 bds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Construction requête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Transmission UID au RPi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 résultat à l'Arduino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check_uid.php (PHP)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Mode API : ?uid=...&amp;api=1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Vérifie table utilisateurs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Log dans logs_acces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Retourne OK / KO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Notebook Jupyter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Import données MariaDB/CSV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Graphiques de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Statistiques descriptives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Comparaison sessions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· Phase de consolidation avant l'oral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114300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1640" y="11887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PCB – remplacement breadboard par circuit imprimé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Finalisation code mesure LM393 + interruptions matérielles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Calibration capteurs tension et courant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3774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MOYENNE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237744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4231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Intégration Grafana – dashboards temps réel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Configuration plugin MariaDB pour 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Interface Nextion avancée (graphiques, historiques)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6118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BASSE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61188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65760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Module GSM A6 – notifications SMS pilotes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AT+CMGS – envoi résultats post-session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Alertes FVRC sur dépassements de seuils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21C9A0">
              <a:alpha val="7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764024"/>
            <a:ext cx="84124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2B55"/>
                </a:solidFill>
              </a:rPr>
              <a:t>Améliorations futures : écran 7" · WiFi ESP32 · app mobile Android/iOS · chronométrage intégré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· Difficultés rencontrées &amp; solutions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15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Choix protocole PN532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3400" y="13441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972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15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SPI → conflits → passage en I2C (stable, 4 fils)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55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UART multiples sur Arduino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98424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7556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SoftwareSerial sur pins 10/11 pour Nextion, UART matériel libéré pour RPi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Nextion Editor – affichage dynamique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62432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3774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95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Limitation à accès autorisé/refusé sur écran, détails sur interface web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35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VPN Tailscale – premier démarrage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1752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MàJ kernel + règles iptables résolues en une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75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Coordination binôme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390448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75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Git partagé, répartition claire des tâches (partie commune / personnelle)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15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Disponibilité matériel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43400" y="45445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2976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Commandes anticipées, tests avec substituts en attendant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· Planning &amp; état d'avancement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03173" y="1051560"/>
            <a:ext cx="6337653" cy="219456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411981"/>
            <a:ext cx="4114800" cy="1040597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663440" y="33379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Réalisé :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663440" y="365796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Module NFC/RFID I2C validé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Serveur LAMP complet (Apache, PHP, MariaDB, phpMyAdmin)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VPN Tailscale – 3 machines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Interface web accès NFC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A2B3C"/>
                </a:solidFill>
              </a:rPr>
              <a:t>Écran Nextion fonctionnel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5029200" y="1028700"/>
            <a:ext cx="4114800" cy="3086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0D2B55">
              <a:alpha val="92000"/>
            </a:srgbClr>
          </a:solidFill>
          <a:ln w="12700">
            <a:solidFill>
              <a:srgbClr val="0D2B55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457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457200" y="14173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NFC/RFID PN532 : lecture UID fiable &lt; 200 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Stack LAMP opérationnel sur Raspberry Pi 5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VPN Tailscale : accès distant sécurisé validé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Interface web temps réel (rafraîchissement 5 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Traçabilité complète des accès NFC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90A0"/>
                </a:solidFill>
              </a:rPr>
              <a:t>BTS CIEL ER · Lycée Baggio · 2025-2026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de Projet – Banc d'Essai RC – BTS CIEL ER 2025-2026</dc:title>
  <dc:subject>PptxGenJS Presentation</dc:subject>
  <dc:creator>AIT AMIR Youssouf &amp; DUCHATEAU Edouard</dc:creator>
  <cp:lastModifiedBy>AIT AMIR Youssouf &amp; DUCHATEAU Edouard</cp:lastModifiedBy>
  <cp:revision>1</cp:revision>
  <dcterms:created xsi:type="dcterms:W3CDTF">2026-06-08T03:26:43Z</dcterms:created>
  <dcterms:modified xsi:type="dcterms:W3CDTF">2026-06-08T03:26:43Z</dcterms:modified>
</cp:coreProperties>
</file>