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0D2B55">
              <a:alpha val="95000"/>
            </a:srgbClr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46320" y="0"/>
            <a:ext cx="64008" cy="5143500"/>
          </a:xfrm>
          <a:prstGeom prst="rect">
            <a:avLst/>
          </a:prstGeom>
          <a:solidFill>
            <a:srgbClr val="21C9A0"/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57200" y="365760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3657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BTS CIEL ER · 2025-2026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96012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Instrumentation d'un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150876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C9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banc d'essai RC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C8D8"/>
                </a:solidFill>
              </a:rPr>
              <a:t>Revue de Projet Intermédiaire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365760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92608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AIT AMIR Youssouf  ·  DUCHATEAU Edouard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C8D8"/>
                </a:solidFill>
              </a:rPr>
              <a:t>Encadrant : M. BEAU  ·  Partenaire : FVRC Mini RC de Marigny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90A0"/>
                </a:solidFill>
              </a:rPr>
              <a:t>Lycée Général et Technologique Baggio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Sommaire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344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2527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Contexte &amp; identification du besoin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9202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Architecture du système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6060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6243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Matériel du projet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2918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3101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Module NFC/RFID – Mise en œuvre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39776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3995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Serveur Raspberry Pi (LAMP)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2344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12527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Réseau &amp; VPN Tailscale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00600" y="19202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0" y="19385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Développement logiciel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00600" y="26060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03520" y="26243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Phase de consolidation &amp; PCB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00600" y="32918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09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03520" y="33101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Difficultés &amp; solutions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00600" y="39776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03520" y="3995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Planning &amp; perspectives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· Contexte &amp; identification du besoin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43000"/>
            <a:ext cx="3840480" cy="27432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4389120" y="114300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Pourquoi ce projet ?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389120" y="16002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Le club FVRC – Mini RC de Marigny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</a:rPr>
              <a:t>participe à des compétitions officielles de voitures RC. Avant chaque course, les pilotes doivent optimiser leurs réglages sans outil de mesure adapté.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389120" y="26974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L'objectif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389120" y="3108960"/>
            <a:ext cx="4480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Mesurer vitesse, tension, courant sur banc d'essai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Identifier les voitures par RFID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Enregistrer et visualiser les performances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Accès web depuis smartphone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4572000"/>
            <a:ext cx="4480560" cy="320040"/>
          </a:xfrm>
          <a:prstGeom prst="roundRect">
            <a:avLst>
              <a:gd name="adj" fmla="val 14286"/>
            </a:avLst>
          </a:prstGeom>
          <a:solidFill>
            <a:srgbClr val="21C9A0">
              <a:alpha val="80000"/>
            </a:srgbClr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45720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2B55"/>
                </a:solidFill>
              </a:rPr>
              <a:t>Partenaire : FVRC · Normes compétition Mini RC de Marigny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· Cas d'utilisation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5486400" cy="36576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126480" y="128016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63640" y="13075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Commissaire de course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263640" y="16276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Gère et démarre la course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228600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2313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Employé (officiel)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263640" y="26334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Inscriptions &amp; séries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329184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33192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Participant (pilote)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63640" y="36393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Réglages &amp; résultats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4389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A8A"/>
                </a:solidFill>
              </a:rPr>
              <a:t>Système : banc d'essai instrumenté · normes FVRC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· Architecture du système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21C9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8595360" cy="960120"/>
          </a:xfrm>
          <a:prstGeom prst="rect">
            <a:avLst/>
          </a:prstGeom>
          <a:solidFill>
            <a:srgbClr val="1C3A5E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241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C9A0"/>
                </a:solidFill>
              </a:rPr>
              <a:t>Couche Acquisition – Arduino UNO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NFC PN532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(I2C)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84832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4832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LM393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Vitesse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12464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12464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Sonde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Tension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40096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40096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Sonde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Courant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67728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67728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Nextion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(UART)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80560" y="1965960"/>
            <a:ext cx="0" cy="32004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20116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USB série 115200 bds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0" y="2304288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230428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UID_Check.py (Python) – Relais Arduino ↔ Serveur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80560" y="2807208"/>
            <a:ext cx="0" cy="27432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28346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HTTP via Tailscale VPN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081528"/>
            <a:ext cx="8595360" cy="1097280"/>
          </a:xfrm>
          <a:prstGeom prst="rect">
            <a:avLst/>
          </a:prstGeom>
          <a:solidFill>
            <a:srgbClr val="1C3A5E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1089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C9A0"/>
                </a:solidFill>
              </a:rPr>
              <a:t>Serveur Raspberry Pi 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Apache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+ PHP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084832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84832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MariaDB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12464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12464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Dashboard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40096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40096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phpMyAdmin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67728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67728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Tailscale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VPN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80560" y="4178808"/>
            <a:ext cx="0" cy="27432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4206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Interface web / accès distant Tailscale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972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72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Interface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 PHP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9260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260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phpMyAdmin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Notebook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Jupyter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5836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GSM A6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(prévu)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· Matériel du projet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691640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Arduino UNO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Acquisition locale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I2C / UART / USB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6888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06040" y="1188720"/>
            <a:ext cx="1691640" cy="2011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6888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46888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Module PN532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46888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NFC/RFID 13,56 MHz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Protocole I2C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6344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00600" y="1188720"/>
            <a:ext cx="1691640" cy="2011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66344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66344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Nextion 2,8"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66344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Affichage tactile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UART 9600 bds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85800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995160" y="1188720"/>
            <a:ext cx="1691640" cy="201168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85800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685800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Tag RFID Mifare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685800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Identifiant voiture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UID unique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· Capteurs de mesure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2468880" cy="1828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Capteur LM393 – Vitesse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8404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Fourche optique + disque codeur 20 encoches.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Mesure jusqu'à 30 000 tr/min.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Formule : N = compteur × 30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1840" y="1188720"/>
            <a:ext cx="2468880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0040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20040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Sonde de tension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31012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Pont diviseur de tension.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Plage : 0–12V → 0–5V ADC.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Formule : V = V_ADC × (R1+R2)/R2 × Vref/1024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2648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0" y="1188720"/>
            <a:ext cx="2468880" cy="18288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12648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12648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Sonde de courant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23620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Capteur à effet Hall (sans contact).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Plage : 0–30A.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Tension proportionnelle au courant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04 · Module NFC/RFID – Mise en œuvre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1480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97280"/>
            <a:ext cx="4114800" cy="2286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383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Détection I2C du module PN532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42062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097280"/>
            <a:ext cx="4206240" cy="2286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63440" y="33832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Console Arduino – lecture UID tag NFC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749040"/>
          <a:ext cx="8595360" cy="109728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3108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Protocole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Câblage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I2C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4 fils (VCC/GND/SDA/SCL)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✓ Choix retenu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SPI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6 fils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Conflits bus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UART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4 fils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Port partagé Nextion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Serveur Raspberry Pi – Stack LAMP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97280"/>
            <a:ext cx="2926080" cy="219456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3474720" y="1097280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11880" y="1133856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Apache 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03520" y="1133856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Serveur web – port 80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74720" y="180136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11880" y="1837944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 8.4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03520" y="1837944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check_uid.php – API + interface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74720" y="2505456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42032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MariaDB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03520" y="2542032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utilisateurs / logs / perfs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74720" y="3209544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11880" y="3246120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phpMyAdmin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303520" y="3246120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Administration BDD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474720" y="3913632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040"/>
          </a:solidFill>
          <a:ln w="12700">
            <a:solidFill>
              <a:srgbClr val="1C704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3950208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Grafana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303520" y="3950208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Tableaux de bord temps réel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4320" y="416052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F0F8E8"/>
          </a:solidFill>
          <a:ln w="10160">
            <a:solidFill>
              <a:srgbClr val="21C9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417880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530"/>
                </a:solidFill>
              </a:rPr>
              <a:t>💾  Sauvegarde automatique MySQLdump – 30 jours – Cron job quotidien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Interface web – Contrôle d'accès NFC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97280"/>
            <a:ext cx="4206240" cy="347472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74320" y="4572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530"/>
                </a:solidFill>
              </a:rPr>
              <a:t>✅  Accès autorisé</a:t>
            </a:r>
            <a:endParaRPr lang="en-US" sz="12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097280"/>
            <a:ext cx="4206240" cy="347472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4663440" y="4572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1A1A"/>
                </a:solidFill>
              </a:rPr>
              <a:t>❌  Accès refusé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Base de données MariaDB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utilisateurs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600200"/>
            <a:ext cx="2468880" cy="1371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UID NFC · Nom · Prénom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27832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27832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logs_acces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27832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19272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UID · Nom · Statut · Date/heure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81344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81344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performances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81344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2784" y="1600200"/>
            <a:ext cx="2468880" cy="1371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272784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Mesures banc d'essai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319272" y="160020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UID détecté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Nom de l'utilisateur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Statut : OK / KO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Date et heure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74320" y="4343400"/>
            <a:ext cx="8595360" cy="457200"/>
          </a:xfrm>
          <a:prstGeom prst="roundRect">
            <a:avLst>
              <a:gd name="adj" fmla="val 10000"/>
            </a:avLst>
          </a:prstGeom>
          <a:solidFill>
            <a:srgbClr val="EAF4F8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57200" y="4361688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B55"/>
                </a:solidFill>
              </a:rPr>
              <a:t>Traçabilité complète de tous les accès NFC – Mémorisation 30 jours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06 · Réseau &amp; VPN Tailscale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502920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97280"/>
            <a:ext cx="5029200" cy="274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840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Interface Tailscale – 3 machines connectées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097280"/>
          <a:ext cx="3429000" cy="192024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691640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Machine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IP Tailscale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Rôle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raspberrypi5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Serveur prod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raspberrypi3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Phase pilote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tezukaz0ne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PC développement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40680" y="3108960"/>
            <a:ext cx="3429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WireGuard (chiffrement bout en bout)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IP fixes 100.x.x.x – accès universel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Ping : 55 ms – Apache port 80 accessible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Authentification GitHub/Google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07 · Développement logiciel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2024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Firmware Arduino (C++)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Init NFC PN532 en I2C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Lecture UID (format hex)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Affichage Nextion via UART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Envoi UID→Python via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0592" y="1097280"/>
            <a:ext cx="192024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0592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UID_Check.py (Python)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42032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Écoute COM5 à 115 200 bds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Construction requête HTTP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Transmission UID au RPi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Retour résultat à l'Arduino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26864" y="1097280"/>
            <a:ext cx="1920240" cy="41148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check_uid.php (PHP)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18304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Mode API : ?uid=...&amp;api=1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Vérifie table utilisateurs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Log dans logs_acces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Retourne OK / KO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03136" y="1097280"/>
            <a:ext cx="1920240" cy="411480"/>
          </a:xfrm>
          <a:prstGeom prst="rect">
            <a:avLst/>
          </a:prstGeom>
          <a:solidFill>
            <a:srgbClr val="1C7040"/>
          </a:solidFill>
          <a:ln w="12700">
            <a:solidFill>
              <a:srgbClr val="1C7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03136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Notebook Jupyter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03136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4576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Import données MariaDB/CSV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Graphiques de performance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Statistiques descriptives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Comparaison sessions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08 · Phase de consolidation avant l'oral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4300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HAUTE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554480" y="114300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91640" y="118872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PCB – remplacement breadboard par circuit imprimé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Finalisation code mesure LM393 + interruptions matérielles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Calibration capteurs tension et courant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37744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37744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MOYENNE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237744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91640" y="24231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Intégration Grafana – dashboards temps réel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Configuration plugin MariaDB pour Grafana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Interface Nextion avancée (graphiques, historiques)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61188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36118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BASSE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361188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91640" y="365760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Module GSM A6 – notifications SMS pilotes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AT+CMGS – envoi résultats post-session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Alertes FVRC sur dépassements de seuils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4754880"/>
            <a:ext cx="8595360" cy="201168"/>
          </a:xfrm>
          <a:prstGeom prst="roundRect">
            <a:avLst>
              <a:gd name="adj" fmla="val 18182"/>
            </a:avLst>
          </a:prstGeom>
          <a:solidFill>
            <a:srgbClr val="21C9A0">
              <a:alpha val="70000"/>
            </a:srgbClr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764024"/>
            <a:ext cx="841248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D2B55"/>
                </a:solidFill>
              </a:rPr>
              <a:t>Améliorations futures : écran 7" · WiFi ESP32 · app mobile Android/iOS · chronométrage intégré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09 · Difficultés rencontrées &amp; solutions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15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Choix protocole PN532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343400" y="134416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0" y="109728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155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SPI → conflits → passage en I2C (stable, 4 fils)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73736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5564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UART multiples sur Arduino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198424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73736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75564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SoftwareSerial sur pins 10/11 pour Nextion, UART matériel libéré pour RPi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37744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395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Nextion Editor – affichage dynamique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43400" y="262432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37744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3957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Limitation à accès autorisé/refusé sur écran, détails sur interface web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0358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VPN Tailscale – premier démarrage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43400" y="326440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01752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30358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MàJ kernel + règles iptables résolues en une session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65760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67588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Coordination binôme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43400" y="390448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365760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6758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Git partagé, répartition claire des tâches (partie commune / personnelle)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2976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3159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Disponibilité matériel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43400" y="454456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429768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43159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Commandes anticipées, tests avec substituts en attendant livraison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· Planning &amp; état d'avancement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51560"/>
            <a:ext cx="8595360" cy="256032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657600"/>
            <a:ext cx="4114800" cy="118872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663440" y="370332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</a:rPr>
              <a:t>Réalisé :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4663440" y="402336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Module NFC/RFID I2C validé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Serveur LAMP complet (Apache, PHP, MariaDB, phpMyAdmin)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VPN Tailscale – 3 machines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Interface web accès NFC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Écran Nextion fonctionnel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rcRect l="0" r="0" t="0" b="0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0D2B55">
              <a:alpha val="92000"/>
            </a:srgbClr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4572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C9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65760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41732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NFC/RFID PN532 : lecture UID fiable &lt; 200 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Stack LAMP opérationnel sur Raspberry Pi 5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VPN Tailscale : accès distant sécurisé validé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Interface web temps réel (rafraîchissement 5 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Traçabilité complète des accès NFC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844A"/>
                </a:solidFill>
              </a:rPr>
              <a:t>Travaux restants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8C8D8"/>
                </a:solidFill>
              </a:rPr>
              <a:t>PCB · LM393 vitesse finalisé · Grafana · Module GSM A6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709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90A0"/>
                </a:solidFill>
              </a:rPr>
              <a:t>BTS CIEL ER · Lycée Baggio · 2025-2026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Revue de Projet – Banc d'Essai RC – BTS CIEL ER 2025-2026</dc:title>
  <dc:subject>PptxGenJS Presentation</dc:subject>
  <dc:creator>AIT AMIR Youssouf &amp; DUCHATEAU Edouard</dc:creator>
  <cp:lastModifiedBy>AIT AMIR Youssouf &amp; DUCHATEAU Edouard</cp:lastModifiedBy>
  <cp:revision>1</cp:revision>
  <dcterms:created xsi:type="dcterms:W3CDTF">2026-06-08T03:26:43Z</dcterms:created>
  <dcterms:modified xsi:type="dcterms:W3CDTF">2026-06-08T03:26:43Z</dcterms:modified>
</cp:coreProperties>
</file>